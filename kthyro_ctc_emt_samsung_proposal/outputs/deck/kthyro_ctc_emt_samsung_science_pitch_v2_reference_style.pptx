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PTC is curable, but residual-risk biology is invisible after surgery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Current postoperative tools cannot read the real-time residual tumor-cell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Thyroidectomy as a human perturbation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Surgery should collapse tumor shedding; persistence or EMT-state shift after surgery is the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2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CTC and EMT phenotypes are measurable in PTC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The feasibility anchor exists, but the genetic map is missing.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3_literatur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No public dataset has the full serial CTC-EMT-NGS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This absence is the proposal's core justification.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4_missing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Driver mutation does not capture the full residual-risk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Local public pilot shows tissue states split beyond mutation group.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5_driver_not_en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Spatial tissue states nominate where EMT/CTC signals may originate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Spatial tissue states are organized, but not yet CTC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6_spatial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From tissue state to circulating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Markers define CTC state and NGS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7_ctc_ng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Serial blood around thyroidectomy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The study converts surgery into a time-resolved perturbation experiment.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8_sampl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Matched tissue NGS anchors the liquid-biopsy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CTC phenotype alone can be nonspecific; NGS provides clone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09_geneti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What we will test, and what we will not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Primary endpoint is biological state transition, not clinical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0_claim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30억 / 3년 stage-gated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Preserve serial blood, CTC phenotype, matched tissue-normal 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1_budge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754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rial"/>
              </a:rPr>
              <a:t>PTC CTC-EMT  |  SAMSUNG FUTURE TECHNOLOGY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56032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rial"/>
              </a:rPr>
              <a:t>SCIENCE TRACK  | 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8686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E5E7EB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13232"/>
            <a:ext cx="9784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E5E7EB"/>
                </a:solidFill>
                <a:latin typeface="Arial"/>
              </a:rPr>
              <a:t>Turn thyroidectomy into a liquid-biopsy perturbation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216152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The first PTC serial CTC-EMT genetic map after thyroidectomy.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19072"/>
            <a:ext cx="13578840" cy="5879592"/>
          </a:xfrm>
          <a:prstGeom prst="roundRect">
            <a:avLst/>
          </a:prstGeom>
          <a:solidFill>
            <a:srgbClr val="0D1420"/>
          </a:solidFill>
          <a:ln w="12700">
            <a:solidFill>
              <a:srgbClr val="1F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12_final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28800"/>
            <a:ext cx="13322808" cy="5596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7726679"/>
            <a:ext cx="45720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Proposal concept for Samsung Science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7726679"/>
            <a:ext cx="38404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9CA3AF"/>
                </a:solidFill>
                <a:latin typeface="Arial"/>
              </a:rPr>
              <a:t>One disease | one perturbation | one transition | one genetic anchor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